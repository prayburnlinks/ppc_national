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3" r:id="rId24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PPC NATIONAL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1">
                <a:solidFill>
                  <a:srgbClr val="C9A03C"/>
                </a:solidFill>
              </a:rPr>
              <a:t>I Love My Church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D6FF"/>
                </a:solidFill>
              </a:rPr>
              <a:t>Mobile App — Connecting Every Member,
Every District, Every Congregation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Pentecostal Protestant Church · South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234E"/>
                </a:solidFill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the PPC National App?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55F7A"/>
                </a:solidFill>
              </a:rPr>
              <a:t>A purpose-built mobile application for the Pentecostal Protestant Church of South Africa — giving every member, leader, and district a single digital home for worship, connection, and administration.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657600" cy="146304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234E"/>
                </a:solidFill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</a:rPr>
              <a:t>Districts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A"/>
                </a:solidFill>
              </a:rPr>
              <a:t>Nationwide 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286000"/>
            <a:ext cx="3657600" cy="146304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331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234E"/>
                </a:solidFill>
              </a:rPr>
              <a:t>81+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</a:rPr>
              <a:t>Congregations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A"/>
                </a:solidFill>
              </a:rPr>
              <a:t>Across South Africa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286000"/>
            <a:ext cx="3657600" cy="146304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234E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</a:rPr>
              <a:t>Giving Funds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A"/>
                </a:solidFill>
              </a:rPr>
              <a:t>Tithes, Missions &amp; more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555F7A"/>
                </a:solidFill>
              </a:rPr>
              <a:t>✦  Built with React Native + Expo — runs on iOS and Android from one codebase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55F7A"/>
                </a:solidFill>
              </a:rPr>
              <a:t>✦  Firebase back-end: real-time database, authentication, cloud storage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55F7A"/>
                </a:solidFill>
              </a:rPr>
              <a:t>✦  Role-based access: Visitor → Member → Leader → Admin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55F7A"/>
                </a:solidFill>
              </a:rPr>
              <a:t>✦  Push notifications keep every member informed instantly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55F7A"/>
                </a:solidFill>
              </a:rPr>
              <a:t>✦  Designed for low-data environments common in rural South Africa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188720"/>
            <a:ext cx="3749039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9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🏠  Unified Home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69164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5F7A"/>
                </a:solidFill>
              </a:rPr>
              <a:t>One app for all church communication — no more WhatsApp clutter or missed emails.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1188720"/>
            <a:ext cx="3749039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9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🎟  Event Registration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169164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5F7A"/>
                </a:solidFill>
              </a:rPr>
              <a:t>Members register for events and upload proof of payment directly in the app.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188720"/>
            <a:ext cx="3749039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9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12984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💛  Digital Giving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169164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5F7A"/>
                </a:solidFill>
              </a:rPr>
              <a:t>Tithe, offerings, building fund, missions — all funds in one place with EFT guidance.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834640"/>
            <a:ext cx="3749039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9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9443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🙏  Prayer Wall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33756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5F7A"/>
                </a:solidFill>
              </a:rPr>
              <a:t>Members submit and pray for requests nationally or within their district.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2834640"/>
            <a:ext cx="3749039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9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29443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📡  Live &amp; Media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333756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5F7A"/>
                </a:solidFill>
              </a:rPr>
              <a:t>Direct links to YouTube Live and Facebook with live-status indicators.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2834640"/>
            <a:ext cx="3749039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9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29443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🛍  Church Store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33756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5F7A"/>
                </a:solidFill>
              </a:rPr>
              <a:t>Members browse merchandise, pick a size, and order — with EFT payment and proof upload built in.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80560"/>
            <a:ext cx="3749039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9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5902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📋  Administration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98348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5F7A"/>
                </a:solidFill>
              </a:rPr>
              <a:t>Admins manage members, approve registrations, review payments and orders, and post announcements.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97680" y="4480560"/>
            <a:ext cx="3749039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9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4840" y="45902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👥  Leadership Boards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498348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5F7A"/>
                </a:solidFill>
              </a:rPr>
              <a:t>National Board and National Women’s Board — full leadership profiles with photos, tap to enlarge.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480560"/>
            <a:ext cx="3749039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C9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45902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🔔  Personal 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498348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55F7A"/>
                </a:solidFill>
              </a:rPr>
              <a:t>My Events, My Orders, Giving History and Notifications — every member tracks their own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Overview — All 19 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88"/>
                </a:solidFill>
              </a:rPr>
              <a:t>Developed by Prayburn Links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1005840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🔐 Login &amp; Register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Secure sign-up with district/congregation assignment; pending approval flow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1005840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🏠 Home Dashboard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Personalised greeting, upcoming events feed, quick-action buttons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1527048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1572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🎟 Events + My Events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600" y="1572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Browse by category; one-tap registration + POP upload; personal history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1527048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1572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💛 Giving + History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1572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6 fund types; preset amounts; EFT bank details; personal giving history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2048256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20939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🙏 Prayer Wall + Mine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14600" y="20939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National &amp; district requests; pray counter; personal request history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2048256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20939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📡 Media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58200" y="20939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YouTube &amp; Facebook links; live indicator; daily scripture rotation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2569464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80" y="26151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🗺  Districts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14600" y="26151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All 9 districts, congregation counts, and district board details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2569464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5080" y="26151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📋 National &amp; Women’s Board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58200" y="261518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Leadership profiles with photos; tap to enlarge; separate men’s &amp; women’s boards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090672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313639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🛍 Store + My Orders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14600" y="313639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Browse merchandise, pick size/qty, EFT + POP, track order status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63640" y="3090672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080" y="3136391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📂 Documents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58200" y="3136391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Shared church documents: policies, forms, minutes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3611879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36575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🔔 Notifications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14600" y="365759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Approval, payment and order status updates, in one inbox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63640" y="3611879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55080" y="365759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👤 Profile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58200" y="365759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Member profile, congregation, role, and account settings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4133087"/>
            <a:ext cx="5669280" cy="457200"/>
          </a:xfrm>
          <a:prstGeom prst="rect">
            <a:avLst/>
          </a:prstGeom>
          <a:solidFill>
            <a:srgbClr val="222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17880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A03C"/>
                </a:solidFill>
              </a:rPr>
              <a:t>🛡  Admin Panel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14600" y="4178807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FF"/>
                </a:solidFill>
              </a:rPr>
              <a:t>Approve members, review payments &amp; orders, manage merchandise catalog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Home Screen — Your Personal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F7A"/>
                </a:solidFill>
              </a:rPr>
              <a:t>The first thing every member sees after login.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864" cy="5486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Personalised Greeting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F7A"/>
                </a:solidFill>
              </a:rPr>
              <a:t>Time-aware welcome: Good Morning / Afternoon / Evening + member name.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39"/>
            <a:ext cx="54864" cy="5486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Upcoming Events 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607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F7A"/>
                </a:solidFill>
              </a:rPr>
              <a:t>Next 4 events displayed with date badge, title, and location at a glance.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54864" cy="5486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Quick-Action Buttons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F7A"/>
                </a:solidFill>
              </a:rPr>
              <a:t>One tap to Give &amp; Tithe, Districts, Prayer Wall, and Store from the hero area.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54864" cy="5486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Church Emblem Header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F7A"/>
                </a:solidFill>
              </a:rPr>
              <a:t>Branded header with PPC emblem, maintaining identity on every visit.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12079"/>
            <a:ext cx="54864" cy="54864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120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Live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3211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F7A"/>
                </a:solidFill>
              </a:rPr>
              <a:t>Events pulled live from Firestore — always current, no manual refresh needed.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Events &amp;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555F7A"/>
                </a:solidFill>
              </a:rPr>
              <a:t>• Browse events by category: All Districts, Youth, Women, Leaders, Worship, Missions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55F7A"/>
                </a:solidFill>
              </a:rPr>
              <a:t>• Each event card shows: title, date, location, cost, and description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55F7A"/>
                </a:solidFill>
              </a:rPr>
              <a:t>• One-tap registration — member details auto-filled from profile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55F7A"/>
                </a:solidFill>
              </a:rPr>
              <a:t>• Upload Proof of Payment (POP) directly from device storage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55F7A"/>
                </a:solidFill>
              </a:rPr>
              <a:t>• Registration status tracked per user — no double-registrations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555F7A"/>
                </a:solidFill>
              </a:rPr>
              <a:t>• Admins see a full registrant list per event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371600"/>
            <a:ext cx="4114800" cy="4572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63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4E"/>
                </a:solidFill>
              </a:rPr>
              <a:t>Member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9202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555F7A"/>
                </a:solidFill>
              </a:rPr>
              <a:t>1  Browse event list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5F7A"/>
                </a:solidFill>
              </a:rPr>
              <a:t>2  Tap event for details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5F7A"/>
                </a:solidFill>
              </a:rPr>
              <a:t>3  Tap Register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5F7A"/>
                </a:solidFill>
              </a:rPr>
              <a:t>4  Upload POP (if paid event)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5F7A"/>
                </a:solidFill>
              </a:rPr>
              <a:t>5  Receive confirmation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55F7A"/>
                </a:solidFill>
              </a:rPr>
              <a:t>6  See green badge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Giving — Tithes, Offerings &amp;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F7A"/>
                </a:solidFill>
              </a:rPr>
              <a:t>Members give securely via EFT guided through the app. All transactions are logged to Firestore for reporting.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65760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Tithes &amp; Offerings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A"/>
                </a:solidFill>
              </a:rPr>
              <a:t>Regular tithes and weekly offerings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65760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11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Building Fund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423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A"/>
                </a:solidFill>
              </a:rPr>
              <a:t>Church building and renovation projects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365760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011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Missions &amp; Outreach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231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A"/>
                </a:solidFill>
              </a:rPr>
              <a:t>Local and international mission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365760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83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National Convention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94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A"/>
                </a:solidFill>
              </a:rPr>
              <a:t>Annual convention fund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291840"/>
            <a:ext cx="365760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383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Youth Ministry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794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A"/>
                </a:solidFill>
              </a:rPr>
              <a:t>Youth programs and camps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291840"/>
            <a:ext cx="3657600" cy="118872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383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4E"/>
                </a:solidFill>
              </a:rPr>
              <a:t>Church Welfare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7947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A"/>
                </a:solidFill>
              </a:rPr>
              <a:t>Support for members in need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4E"/>
                </a:solidFill>
              </a:rPr>
              <a:t>Preset amounts (R50, R100, R200, R500) or custom  |  Bank details auto-displayed  |  Reference generated from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8686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Prayer Wall — United in Prayer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430000" cy="8686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3152" cy="8686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National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F"/>
                </a:solidFill>
              </a:rPr>
              <a:t>Members across all districts can post and pray for national requests.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11430000" cy="8686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73152" cy="8686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District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06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F"/>
                </a:solidFill>
              </a:rPr>
              <a:t>Requests can be scoped to a specific district for local focus.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11430000" cy="8686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73152" cy="8686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Pray Counter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11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F"/>
                </a:solidFill>
              </a:rPr>
              <a:t>Every member can tap Pray — a live counter shows support.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11430000" cy="8686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60520"/>
            <a:ext cx="73152" cy="8686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Easy Submission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17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F"/>
                </a:solidFill>
              </a:rPr>
              <a:t>Title + body form with character limits; auto-linked to member profile.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66360"/>
            <a:ext cx="11430000" cy="8686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166360"/>
            <a:ext cx="73152" cy="8686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Moderated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623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F"/>
                </a:solidFill>
              </a:rPr>
              <a:t>Admins can remove inappropriate content to keep the wall safe.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9A03C"/>
                </a:solidFill>
              </a:rPr>
              <a:t>"Bear one another's burdens, and so fulfill the law of Christ." — Galatians 6:2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Media — Worship Without Borders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4E"/>
                </a:solidFill>
              </a:rPr>
              <a:t>YouTube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F7A"/>
                </a:solidFill>
              </a:rPr>
              <a:t>Direct link to PPC National YouTube channel.
Live indicator shows when service is streaming.
One tap opens Live stream.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5029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7315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54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4E"/>
                </a:solidFill>
              </a:rPr>
              <a:t>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F7A"/>
                </a:solidFill>
              </a:rPr>
              <a:t>Direct link to PPC National Facebook page.
Members can follow for updates, photos,
and community posts.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657600" cy="5029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657600" cy="73152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54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34E"/>
                </a:solidFill>
              </a:rPr>
              <a:t>Daily Scripture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231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F7A"/>
                </a:solidFill>
              </a:rPr>
              <a:t>A different scripture displayed every day
from a curated library of 20+ verses.
Built-in devotional moment on every visit.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</a:rPr>
              <a:t>LIVE badge pulses in real-time when a service is streaming — members never miss a moment.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Districts &amp; National 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PPC Districts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F7A"/>
                </a:solidFill>
              </a:rPr>
              <a:t>• Boland — 12 congregations</a:t>
            </a:r>
          </a:p>
          <a:p>
            <a:r>
              <a:rPr sz="1200">
                <a:solidFill>
                  <a:srgbClr val="555F7A"/>
                </a:solidFill>
              </a:rPr>
              <a:t>• Southern Cape — 11 congregations</a:t>
            </a:r>
          </a:p>
          <a:p>
            <a:r>
              <a:rPr sz="1200">
                <a:solidFill>
                  <a:srgbClr val="555F7A"/>
                </a:solidFill>
              </a:rPr>
              <a:t>• Central Cape — 10 congregations</a:t>
            </a:r>
          </a:p>
          <a:p>
            <a:r>
              <a:rPr sz="1200">
                <a:solidFill>
                  <a:srgbClr val="555F7A"/>
                </a:solidFill>
              </a:rPr>
              <a:t>• Eastern Cape — 9 congregations</a:t>
            </a:r>
          </a:p>
          <a:p>
            <a:r>
              <a:rPr sz="1200">
                <a:solidFill>
                  <a:srgbClr val="555F7A"/>
                </a:solidFill>
              </a:rPr>
              <a:t>• Eden — 9 congregations</a:t>
            </a:r>
          </a:p>
          <a:p>
            <a:r>
              <a:rPr sz="1200">
                <a:solidFill>
                  <a:srgbClr val="555F7A"/>
                </a:solidFill>
              </a:rPr>
              <a:t>• Garden Route — 9 congregations</a:t>
            </a:r>
          </a:p>
          <a:p>
            <a:r>
              <a:rPr sz="1200">
                <a:solidFill>
                  <a:srgbClr val="555F7A"/>
                </a:solidFill>
              </a:rPr>
              <a:t>• Gauteng — 8 congregations</a:t>
            </a:r>
          </a:p>
          <a:p>
            <a:r>
              <a:rPr sz="1200">
                <a:solidFill>
                  <a:srgbClr val="555F7A"/>
                </a:solidFill>
              </a:rPr>
              <a:t>• Free State — 7 congregations</a:t>
            </a:r>
          </a:p>
          <a:p>
            <a:r>
              <a:rPr sz="1200">
                <a:solidFill>
                  <a:srgbClr val="555F7A"/>
                </a:solidFill>
              </a:rPr>
              <a:t>• Northern Cape — 6 congregations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F7A"/>
                </a:solidFill>
              </a:rPr>
              <a:t>Each district page shows the full district board:
Chairperson · Deputy · Secretary · Treasurer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94960" cy="530352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94960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03C"/>
                </a:solidFill>
              </a:rPr>
              <a:t>National &amp; Women’s 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CD6FF"/>
                </a:solidFill>
              </a:rPr>
              <a:t>  Two boards: National Board (8 leaders) and</a:t>
            </a:r>
          </a:p>
          <a:p>
            <a:r>
              <a:rPr sz="1350">
                <a:solidFill>
                  <a:srgbClr val="CCD6FF"/>
                </a:solidFill>
              </a:rPr>
              <a:t>  National Women’s Board (4 leaders)</a:t>
            </a:r>
          </a:p>
          <a:p>
            <a:r>
              <a:rPr sz="1350">
                <a:solidFill>
                  <a:srgbClr val="CCD6FF"/>
                </a:solidFill>
              </a:rPr>
              <a:t>  Real photos for every leader</a:t>
            </a:r>
          </a:p>
          <a:p>
            <a:r>
              <a:rPr sz="1350">
                <a:solidFill>
                  <a:srgbClr val="CCD6FF"/>
                </a:solidFill>
              </a:rPr>
              <a:t>  Tap any photo to see the full picture</a:t>
            </a:r>
          </a:p>
          <a:p>
            <a:r>
              <a:rPr sz="1350">
                <a:solidFill>
                  <a:srgbClr val="CCD6FF"/>
                </a:solidFill>
              </a:rPr>
              <a:t>  Title and role clearly displayed</a:t>
            </a:r>
          </a:p>
          <a:p>
            <a:r>
              <a:rPr sz="1350">
                <a:solidFill>
                  <a:srgbClr val="CCD6FF"/>
                </a:solidFill>
              </a:rPr>
              <a:t>  Accessible to all members, updated by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Security &amp; Role-Based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F7A"/>
                </a:solidFill>
              </a:rPr>
              <a:t>Every feature is protected. Members can only access what their role permits — ensuring data safety and appropriate governance.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743200" cy="457200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Visitor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A"/>
                </a:solidFill>
              </a:rPr>
              <a:t>Unverified / unauthenticated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2194560" cy="1828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View public content only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No access to giving or prayer wall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Prompted to register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920240"/>
            <a:ext cx="2743200" cy="457200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A"/>
                </a:solidFill>
              </a:rPr>
              <a:t>Approved church member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3108960"/>
            <a:ext cx="2194560" cy="1828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3200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Full app access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Register for events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Give, pray, view documents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2743200" cy="457200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Leader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A"/>
                </a:solidFill>
              </a:rPr>
              <a:t>District / congregation leader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108960"/>
            <a:ext cx="2194560" cy="1828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200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All member access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View district reports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Manage local events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920240"/>
            <a:ext cx="2743200" cy="457200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234E"/>
                </a:solidFill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A"/>
                </a:solidFill>
              </a:rPr>
              <a:t>National administrator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108960"/>
            <a:ext cx="2194560" cy="18288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3200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Full control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Approve/reject members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Post events &amp; announcements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View all giving logs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8686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 — Built to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669280" cy="15544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64008" cy="1554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React Native + Expo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F"/>
                </a:solidFill>
              </a:rPr>
              <a:t>Single codebase runs on iOS and Android. Expo managed workflow for fast builds &amp; OTA updates — already in active use to ship JS/UI changes to testers instantly, no app-store resubmission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097280"/>
            <a:ext cx="5669280" cy="15544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64008" cy="1554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Firebase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F"/>
                </a:solidFill>
              </a:rPr>
              <a:t>Email/password authentication.
Secure session management out of the box.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834639"/>
            <a:ext cx="5669280" cy="15544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834639"/>
            <a:ext cx="64008" cy="1554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7179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Cloud Firestore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7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F"/>
                </a:solidFill>
              </a:rPr>
              <a:t>Real-time NoSQL database.
Offline support, automatic sync when reconnected.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834639"/>
            <a:ext cx="5669280" cy="15544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834639"/>
            <a:ext cx="64008" cy="1554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97179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Firebase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83279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F"/>
                </a:solidFill>
              </a:rPr>
              <a:t>Proof-of-payment documents stored securely.
Role-scoped read/write rules.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5669280" cy="15544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64008" cy="1554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09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Expo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F"/>
                </a:solidFill>
              </a:rPr>
              <a:t>Push notifications for events, approvals,
and announcements — cross-platform.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572000"/>
            <a:ext cx="5669280" cy="15544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4572000"/>
            <a:ext cx="64008" cy="1554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709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03C"/>
                </a:solidFill>
              </a:rPr>
              <a:t>Firebase Hosting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20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F"/>
                </a:solidFill>
              </a:rPr>
              <a:t>Web fallback (expo web) hosted on Firebase.
Global CDN, free SSL, custom domain ready.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Minimum Cost to Run the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F7A"/>
                </a:solidFill>
              </a:rPr>
              <a:t>Three costs are required to publish and run the app on both iOS and Android. Nothing else is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11430000" cy="12801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73152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Firebase Spark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27AE60"/>
                </a:solidFill>
              </a:rPr>
              <a:t>R 0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F7A"/>
                </a:solidFill>
              </a:rPr>
              <a:t>Free tier covers: Authentication, Firestore database, file Storage, and push notifications.
No credit card required. Sufficient for the full app at current membership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11430000" cy="12801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73152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474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Google Play 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474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A73E8"/>
                </a:solidFill>
              </a:rPr>
              <a:t>R 450  once-off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862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F7A"/>
                </a:solidFill>
              </a:rPr>
              <a:t>One-time registration fee to publish on the Google Play Store (Android).
No annual renewal — pay once, publish forever.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46320"/>
            <a:ext cx="11430000" cy="12801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846320"/>
            <a:ext cx="73152" cy="12801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937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4E"/>
                </a:solidFill>
              </a:rPr>
              <a:t>Apple Developer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C1C1E"/>
                </a:solidFill>
              </a:rPr>
              <a:t>R 1,950 /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924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F7A"/>
                </a:solidFill>
              </a:rPr>
              <a:t>Annual membership required to publish on the Apple App Store (iOS).
Renewed every 12 months to keep the app live on iPhone and iPad.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400800"/>
            <a:ext cx="11430000" cy="384048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03C"/>
                </a:solidFill>
              </a:rPr>
              <a:t>Total bare minimum:   R 450 once-off  +  R 1,950 / year   —   Firebase is completely 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Maintenance Effort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F7A"/>
                </a:solidFill>
              </a:rPr>
              <a:t>Once deployed, the app requires minimal ongoing effort. Most tasks are admin-level, not developer-level.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669280" cy="2103120"/>
          </a:xfrm>
          <a:prstGeom prst="rect">
            <a:avLst/>
          </a:prstGeom>
          <a:solidFill>
            <a:srgbClr val="F0F4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66928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Daily — Admin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Post new events and update details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Approve new member registrations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Monitor prayer wall for inappropriate content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Post announcements via notification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669280" cy="2103120"/>
          </a:xfrm>
          <a:prstGeom prst="rect">
            <a:avLst/>
          </a:prstGeom>
          <a:solidFill>
            <a:srgbClr val="F0F4FF"/>
          </a:solidFill>
          <a:ln w="15240">
            <a:solidFill>
              <a:srgbClr val="C9A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669280" cy="41148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Monthly — Admin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3172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Review giving logs and download reports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Update National Board or district info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Upload new documents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Check Firebase usage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5669280" cy="2103120"/>
          </a:xfrm>
          <a:prstGeom prst="rect">
            <a:avLst/>
          </a:prstGeom>
          <a:solidFill>
            <a:srgbClr val="F0F4FF"/>
          </a:solidFill>
          <a:ln w="15240">
            <a:solidFill>
              <a:srgbClr val="275E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114800"/>
            <a:ext cx="5669280" cy="411480"/>
          </a:xfrm>
          <a:prstGeom prst="rect">
            <a:avLst/>
          </a:prstGeom>
          <a:solidFill>
            <a:srgbClr val="27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Quarterly — Developer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1772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Apply Expo / React Native SDK updates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Review Firebase security rules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Test on latest iOS and Android versions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Review push notification delivery rates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114800"/>
            <a:ext cx="5669280" cy="2103120"/>
          </a:xfrm>
          <a:prstGeom prst="rect">
            <a:avLst/>
          </a:prstGeom>
          <a:solidFill>
            <a:srgbClr val="F0F4FF"/>
          </a:solidFill>
          <a:ln w="15240">
            <a:solidFill>
              <a:srgbClr val="55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114800"/>
            <a:ext cx="5669280" cy="411480"/>
          </a:xfrm>
          <a:prstGeom prst="rect">
            <a:avLst/>
          </a:prstGeom>
          <a:solidFill>
            <a:srgbClr val="55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As Needed — Developer Level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61772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Add new features or screens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Fix any bugs reported by members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Scale Firebase plan if usage grows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555F7A"/>
                </a:solidFill>
              </a:rPr>
              <a:t>• Publish app store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86868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Developer Time — What to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03C"/>
                </a:solidFill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9A03C"/>
                </a:solidFill>
              </a:rPr>
              <a:t>Estimate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11430000" cy="59436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Routine maintenance (updates, fixes)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03C"/>
                </a:solidFill>
              </a:rPr>
              <a:t>1–2 hrs /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40280"/>
            <a:ext cx="11430000" cy="5943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New feature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331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03C"/>
                </a:solidFill>
              </a:rPr>
              <a:t>4–16 hrs / feature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11430000" cy="59436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17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App Store submission (major update)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03C"/>
                </a:solidFill>
              </a:rPr>
              <a:t>2–4 hrs per 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11880"/>
            <a:ext cx="11430000" cy="5943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Firebase admin &amp;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70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03C"/>
                </a:solidFill>
              </a:rPr>
              <a:t>&lt; 1 hr / 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97680"/>
            <a:ext cx="11430000" cy="594360"/>
          </a:xfrm>
          <a:prstGeom prst="rect">
            <a:avLst/>
          </a:prstGeom>
          <a:solidFill>
            <a:srgbClr val="22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89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Onboarding new admin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03C"/>
                </a:solidFill>
              </a:rPr>
              <a:t>30 min /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83480"/>
            <a:ext cx="11430000" cy="59436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74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FF"/>
                </a:solidFill>
              </a:rPr>
              <a:t>Annual dependency &amp; security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03C"/>
                </a:solidFill>
              </a:rPr>
              <a:t>4–8 hrs / 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03C"/>
                </a:solidFill>
              </a:rPr>
              <a:t>Total estimated ongoing effort:  ~2–4 hours per month for a single developer or tech-savvy admin.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Launch Readiness Checklist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280160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12984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128016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Authentication &amp; Roles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1591056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Login, register, approval flow complete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1280160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12984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59" y="128016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Events + My Events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59" y="1591056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Registration, POP upload, personal history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2057400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20756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205740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Giving + History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2368296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All 6 funds, amounts, bank details, personal history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2057400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20756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59" y="205740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Prayer Wall + Mine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59" y="2368296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Submit, pray, national/district scoping, personal history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2834639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2852927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2834639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Media Screen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" y="3145535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YouTube, Facebook, daily scripture, live badge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63640" y="2834639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63640" y="2852927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59" y="2834639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Districts &amp; Boards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59" y="3145535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All 9 districts + National &amp; Women’s Board profiles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3611879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36301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" y="3611879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Church Store + My Orders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" y="3922776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Browse, order, EFT + POP, admin review, catalog mgmt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63640" y="3611879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63640" y="36301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66559" y="3611879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Documents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66559" y="3922776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Upload and browse church documents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4389120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4407407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" y="438912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Push Notifications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" y="4700016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Approval, payment &amp; order status updates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63640" y="4389120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63640" y="4407407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766559" y="438912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Admin Panel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66559" y="4700016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User, payment, order &amp; merchandise management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5166360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51846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" y="516636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Bottom Safe-Area Fix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80" y="5477256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Content no longer overlaps device nav bar, app-wide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63640" y="5166360"/>
            <a:ext cx="384048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63640" y="51846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66559" y="516636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34E"/>
                </a:solidFill>
              </a:rPr>
              <a:t>Automated Tests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66559" y="5477256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55F7A"/>
                </a:solidFill>
              </a:rPr>
              <a:t>155 Jest tests configured and passing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C9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A03C"/>
                </a:solidFill>
              </a:rPr>
              <a:t>Download. Connect. Worship.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The PPC National App is ready to launch.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6FF"/>
                </a:solidFill>
              </a:rPr>
              <a:t>Questions?  Contact the development team to get started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4E"/>
                </a:solidFill>
              </a:rPr>
              <a:t>Pentecostal Protestant Church · South Africa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66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C9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Church Store — New in This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F7A"/>
                </a:solidFill>
              </a:rPr>
              <a:t>• Browse merchandise in a photo grid — name, price, and item photo at a glance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F7A"/>
                </a:solidFill>
              </a:rPr>
              <a:t>• Tap an item to see the full photo, description, and available sizes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F7A"/>
                </a:solidFill>
              </a:rPr>
              <a:t>• Pick a size and quantity — total price calculates automatically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F7A"/>
                </a:solidFill>
              </a:rPr>
              <a:t>• Place an order, then complete EFT payment using the on-screen bank details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F7A"/>
                </a:solidFill>
              </a:rPr>
              <a:t>• Upload Proof of Payment directly from the order screen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F7A"/>
                </a:solidFill>
              </a:rPr>
              <a:t>• Track every order's status (awaiting payment / under review / approved) in My Orders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F7A"/>
                </a:solidFill>
              </a:rPr>
              <a:t>• Admins review and approve/reject orders, and manage the item catalog — add, edit,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55F7A"/>
                </a:solidFill>
              </a:rPr>
              <a:t>  publish/unpublish items with photos, pricing, and sizes, all from within the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371600"/>
            <a:ext cx="4114800" cy="50292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0" y="1371600"/>
            <a:ext cx="4114800" cy="45720"/>
          </a:xfrm>
          <a:prstGeom prst="rect">
            <a:avLst/>
          </a:prstGeom>
          <a:solidFill>
            <a:srgbClr val="C9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63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4E"/>
                </a:solidFill>
              </a:rPr>
              <a:t>Member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92024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>1  Browse the Store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>2  Tap an item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>3  Choose size &amp; quantity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>4  Place order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>5  Pay via EFT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>6  Upload proof of payment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555F7A"/>
                </a:solidFill>
              </a:rPr>
              <a:t>7  Track status in My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6294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</a:rPr>
              <a:t>Developed by Prayburn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